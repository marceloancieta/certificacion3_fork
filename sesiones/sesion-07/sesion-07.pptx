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Seguridad en el gate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7 de 10 · Certificación 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¿el sistema es explotable? ¿es usable para todas las personas?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Lab: Juice Shop local + OWASP ZAP · demo Axe (WCAG)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día: un test funcional verde no garantiza que la app sea segura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¿Dónde estamos?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S3–S4 ✅ API correcta (contrato / status / body)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S5 ✅ CI corre sola (juez neutral)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S6 ✅ Performance con umbrales (K6)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S7 → Seguridad (DAST) + accesibilidad + mapa de compatibilidad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Etapas del proyecto: 6 (ZAP) y 7 (Axe)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Verde funcional, rojo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Login “pasa”: status 200, redirect OK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Pero la cookie de sesión no tiene flag Secure / HttpOnly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 el formulario refleja &lt;script&gt; sin escapar (XSS)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cliente pierde plata / datos — y tu suite pytest seguía verde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Pregunta al chat: ¿quién ha visto un “todo verde” que igual terminó en incidente?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Tu rol en 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Rol — Qué hace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QA / Automatizador — Integra escaneos base al gate, interpreta hallazgos, abre bugs claros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AppSec / Pentester — Ataque profundo, explotación, threat modeling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no “hackeamos por diversión”: automatizamos una red de seguridad mínima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entregable es el mismo patrón de S5/S6: exit code + reporte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Las categorías que más vas a escuchar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clase vamos a ver hallazgos reales con ZAP (misconfiguration / headers / etc.)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tenés que recitar los 10: tenés que saber abrir el reporte y explicar uno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SAST vs DAST vs SCA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Tipo — Mira — Ejemplo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SAST — Código fuente — Sonar, CodeQL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DAST — App corriendo (caja negra) — OWASP ZAP, Burp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SCA — Dependencias — npm audit, pip-audit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DAST — pegamos a una app viva (Juice Shop)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Encaja en CI igual que pytest y K6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ZAP vs Burp (mapa)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OWASP ZAP — Open source · CI-friendly · nuestra ruta hands-on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Burp Suite — Manual + proxy · Community / Pro · estándar en pentest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concepto: proxy + spider + alertas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Burp brilla en exploración manual; ZAP brilla en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Baseline vs Full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Scan — Qué hace — Cuándo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Baseline — Pasivo + spider corto — PR / cada push — hoy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Full — Activo (payloads de ataque) — Staging / noche — nunca prod a lo loco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Baseline ≈ “smoke de seguridad”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Full ≈ “load pesado” de seguridad (más ruido, más tiempo)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Juice Shop + ZAP en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Por qué Juice Shop: vulnerable a propósito, local, reproducible (no escaneamos SauceDemo ajeno)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Predicción: ¿el baseline va a encontrar alertas? (sí)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☕ Después del café: lo corrés vos al mismo tiempo que el instructor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proyecto-integrador/security | docker compose up -d --wait juiceshop | # http://localhost:3000  → tienda vulnerable a propósito | python scripts/run_baseline.py | # reports/zap-report.html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sincronizado — seguí al instructor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Misma carpeta · mismos comandos · mismo reporte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te trabás: mirá la pantalla compartida y reenganchá en el siguiente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1: levantar Juice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Abrí el navegador: http://localhost:3000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Deberías ver la tienda OWASP Juice Shop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Health: Compose espera healthy antes de ZAP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proyecto-integrador/security | docker compose up -d --wait juiceshop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2: correr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Tarda ~2–3 min (spider 1 min + pasivo)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cierres la terminal: el exit code importa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Mientras corre: ¿qué creés que va a marcar? headers · cookies · formularios…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python scripts/run_baseline.py | # equivale a: docker compose run --rm zap-baseline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Abrí `reports/zap-report.html`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Elegí una alerta y explicála en una frase al compañero /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El patrón de S5 y S6 aplicado a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Tener alertas en el HTML ≠ necesariamente exit ≠ 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rules.tsv decide WARN / FAIL / IGNORE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FAIL en una regla → proceso puede poner el job en rojo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 el “threshold” de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4: mirar `zap/rules.tsv`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IGNORE = no ensucies el 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WARN = avisá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FAIL = bloqueá el merge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un equipo real esto se discute con AppSec — hoy aprendés el mecanismo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10038	WARN	Content Security Policy (CSP) Header Not Set | 10096	IGNORE	Timestamp Disclosure - Unix (a menudo ruido)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Plantilla `workflows/qa-security.yml`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criterio: exit code + artefacto HTML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de seguridad en PR; full scan = otro job (concepto)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- run: | |     docker compose up -d --wait juiceshop |     docker compose run --rm zap-baseline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Logro del bloque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Levantaste Juice Shop · corriste baseline · leíste una alerta · viste rules.tsv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☕ Después: accesibilidad (Axe) + mapas de mercado +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Accesibilidad y el resto del mapa no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/ SESION_0X.md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Perceivable · Operable · Understandable · Robust (POUR)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es “bonito el color”: es si alguien puede usar el producto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Ejemplos: imagen sin alt, contraste bajo, botón sin nombre accesible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ofertas de trabajo: Axe, Lighthouse, WCAG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DEMO Axe (instructor + vos podés seguir)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Página bad_page.html hecha para fallar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Axe lista violaciones (impact, id, description)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Esperado: pytest FAILED — el gate exige 0 violaciones (assert total == 0)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proyecto-integrador/security/a11y | uv sync --group dev | uv run playwright install chromium | uv run pytest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Lighthouse y el mapa a11y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Axe — Reglas WCAG automatizables — demo de hoy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Lighthouse — Auditoría Chrome (perf + a11y + SEO) — concepto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Revisión manual — Lectores de pantalla, teclado — no se reemplaza del 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Compatibilidad entre navegadores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Plataforma — Rol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BrowserStack — Matriz real de browsers/OS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Sauce Labs — Igual, muy usado con Selenium/Appium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LambdaTest — Alternativa vigente (reemplazo práctico de CrossBrowserTesting)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mapa (cuentas free/demo). Lab profundo = S9 / práctica aparte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Idea: no asumas que “pasa en mi Chrome” = pasa en todos lados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Checklist de salida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Explico DAST en una frase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Distingo baseline vs full scan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Corrí (o seguí) ZAP baseline y abrí el HTML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Sé para qué sirve rules.tsv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Vi Axe marcar problemas WCAG en bad_page.html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Ubico Burp / Lighthouse / BrowserStack-Sauce-LambdaTest en el mapa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Etapas 6 y 7 del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Seguridad base (ZAP) + accesibilidad (Axe) ya tienen lab en el repo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Frase: *"Un hallazgo de ZAP sirve para ___."*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S8: mantenimiento, auto-healing, mutation testing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Material: sesiones/sesion-07/ + proyecto-integrador/security/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