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CI/CD — control de calidad automático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Sesión 5 de 10 · Curso QA Automation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Hoy: la suite de la S4 corre sola, en un entorno común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Frase: si un test solo pasa en tu máquina, no es un test de equipo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¿Dónde estamos?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S3/S4 ✅ Tests de API (Postman + pytest) que vos corrés a mano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S5 → Hoy el juez pasa a ser un entorno controlado (Docker / GitHub Actions)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S6 → Mañana: el gate también mira velocidad (K6)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Al salir: CI en una frase · YAML leído · suite verde en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El problema que CI resuelve todos los días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Nadie mintió: entornos distintos (Python, deps, OS, archivo no commiteado)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Falta un lugar neutral y común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Chat 10 s: ¿les ha pasado?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CI y CD en una frase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Sigla — En una frase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CI — Cada cambio se verifica solo en un entorno controlado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CD — Además se prepara o despliega de forma automatizada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Hoy = solo la puerta de calidad (verificación)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Desplegar es otro capítulo — mismo patrón de automatización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Todas hacen lo mismo: evento → pasos → verde/rojo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GitHub Actions — Hands-on — YAML en el repo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Jenkins / GitLab CI / Azure Pipelines — Mapa — mismo patrón, otro archivo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 patrón importa; la sintaxis se aprende en una semana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Elegimos Actions porque vive en el mismo repo y no instalás nada extra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No memorices — aprendé qué pregunta responde cada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Clave — Pregunta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on: / paths: — ¿Cuándo? ¿Ante qué cambios?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permissions: — ¿Con qué privilegios? (contents: read)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concurrency: — ¿Cancela runs viejos del mismo PR?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jobs: / runs-on: — ¿Qué trabajos? ¿En qué máquina?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steps: / run: — ¿Qué comandos, en orden?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Esos run: son los mismos comandos que corrés a mano en api-lab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Pausa 20 s: sin mirar — ¿qué hace on:?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Mismo comando local ≈ 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Docker = puente entre tu laptop y el runner Ubuntu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 el YAML real también: permissions · concurrency · caché uv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Café → lo vemos verde en contenedor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Lab — el juez en tu máquina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Misma suite api-lab (S4) · lab principal =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Predicción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Antes de Enter: ¿verde o rojo? ¿por qué?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Escribí 5 s en el chat (predict → observe → explain)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Lab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Esperado: 17 passed (los mismos de la S4)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build la 1.ª vez tarda; después usa caché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Local con uv = opcional (Plan B si JSONPlaceholder cae: Docker + YAML)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cd proyecto-integrador/ci-lab | docker compose build test | docker compose run --rm --no-deps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No es magia — es una imagen con la suite empaquetada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Deps fijas · Python fijo · menos “en mi máquina…”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Espejo razonable del runner de GitHub Actions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FROM python:3.12-slim | # uv + COPY de api-lab (client, tests, data…) | RUN uv sync --group dev --frozen | CMD ["uv", "run", "pytest", "-v"]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Disparadores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push / pull_request — Cambios (filtrados por paths)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workflow_dispatch — Botón manual en Actions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schedule — Cron nocturno — concepto (S6 lo retoma)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paths = no gastar minutos si cambió un README de otra carpeta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Smoke barato en PR · load pesado después (idea S6)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`.github/workflows/qa-api.yml`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Señalá: permissions · concurrency · working-directory · step smoke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Pregunta: ¿quién ve el working-directory? → proyecto-integrador/api-lab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Caché enable-cache: true en setup-uv → 2.ª corrida más rápida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Logro del bloque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Verde en un entorno que no es “tu laptop a ojo”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Café → mini-reto smoke + ticket de salida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Mini-reto y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Ver guía del instructor / SESION_0X.md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Mini-reto: `-k smoke`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Smoke = “¿lo básico funciona?” en segundos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 un PR de 40 archivos: ¿por qué un job smoke primero ahorra tiempo?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Sin uv: el mismo step ya está en el YAML — leelo y explicalo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cd proyecto-integrador/api-lab | uv run pytest -v -k smoke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[ ] Explico CI en una frase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[ ] Señalo on / jobs / steps (y sé para qué son permissions / concurrency)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[ ] Corrí la suite en Docker (ci-lab) → 17 passed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[ ] Regla: mismo comando local ≈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Errores comunes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Docker daemon — Desktop → Running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1.ª build lenta — Normal; la 2.ª es rápida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API pública caída — Plan B: Docker + YAML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Sin uv — El lab Docker no lo necesita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Ticket de salida + puente S6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Completá: *"CI es ___ porque ___."*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Pedí 2 lecturas en voz alta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Mañana: ¿la API es lo bastante rápida? (K6 + thresholds)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Material: sesiones/sesion-05/ + proyecto-integrador/ci-lab/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Próxima: Performance con K6 — el gate también se pone rojo si es lento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