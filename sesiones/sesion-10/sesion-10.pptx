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 puerta que construyeron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10 de 10 · Certificación 3 · 2 horas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integrar el juez · correr escenarios JSON · desbloquear un release · cierre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del día: el verde no es una opinión: es un conjunto de umbrales acordados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Tres bloques cortos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 (40): mapa Etapas 1–9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 (40): lab release-gate (sano / bloqueado / many)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 (20): un check rojo a la vez · desbloquear · forzar fallos · arco completo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Dos pausas de 10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Nueve preguntas 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1 Diseño · 2–3 API/contrato · 4 UI · 5 CI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6 Performance · 7 Seguridad/a11y · 8 Mutación · 9 Visual/móvil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Cada una dejó un umbral o una evidencia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 el juez las mira juntas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Un solo veredicto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Entrada: métricas (JSON)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Proceso: comparar contra THRESHOLDS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Salida: passed + lista failed + exit code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un check falla → el release no mergea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Gate ≠ dashboard: el dashboard informa, el gate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Entrada y salida del juez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4b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Entrada: 6 campos, ninguno opcional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pass_rate (ratio) · p95_ms (ms) · zap_fail_new (conteo)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mutation_score (ratio) · a11y_critical (conteo) · visual_diff_pixels (px)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Salida: checks + failed + passed + eco de thresholds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stdout = JSON para máquinas · stderr = veredicto humano · exit code =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Los números que ya conocen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pass_rate ≥ 0.95 · p95 ≤ 500 ms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ZAP fail_new ≤ 0 (WARN no bloquea)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mutation ≥ 0.90 · a11y critical ≤ 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visual_diff ≤ 120 px (S9)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el umbral exacto: pasa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Medir no es bloquear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sobrevivientes / WARN / diff ≠ rojo automático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umbral decide (S6 K6 · S7 rules.tsv · S8 --enforce-gate · S9 gate/)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un CLI que aplica todos los umbrales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Cultura: acordar umbrales en equipo, no en silencio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Dónde vive el juez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6b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Último job del pipeline: needs: todos los anteriores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Las métricas viajan como artefactos entre jobs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Required status check: sin verde no hay botón de merge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Saltarse el gate con permisos de admin = incidente, no atajo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Pausá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Cuando volvamos: corremos el juez con JSON sano y rojo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Lab del juez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Carpeta: proyecto-integrador/release-gate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Mismos comandos en tu máquina y en pantalla del instructor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Objetivo: ver exit 0 y exit 1 y leer el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Primero la suite del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uv sync --group dev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uv run pytest -v → 16 passed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Escenarios de metrics/ + contrato de demos/ (incompleto/inválido)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juez tiene tests propios (no es magia)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Task: task test:gate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Core del juez (config, no magia)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9b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pyproject.toml — solo pytest; pythonpath = ["src"]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src/release_gate/__init__.py — THRESHOLDS + evaluate()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run_gate.py — atajo: mete src/ en el path (Windows-friendly)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metrics/*.json — escenarios de demo (simulan artefactos de CI)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scripts/run_all_demos.py — arco completo en un comando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metrics/healthy.json → exit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python run_gate.py metrics/healthy.json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Los 6 checks en true · failed: [] · passed: true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Stderr: RELEASE: PASA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Ese es el merge feliz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mutation 0.80 &lt; 0.90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python run_gate.py metrics/blocked_mutation.json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Solo mutation: false · exit 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resto puede estar verde: igual se bloquea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Etapa 9 dentro del juez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python run_gate.py metrics/blocked_visual.json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visual_diff_pixels enorme (banner broken de S9)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failed: ["visual"] · exit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metrics/blocked_many.json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Varios checks en rojo · lista failed completa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un PR real: priorizá por riesgo (seguridad / a11y / perf)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juez no prioriza: solo reporta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qa-release-gate.yml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Workflow de ejemplo en workflows/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Corre pytest del juez + demo sano + demo bloqueado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Pausá 10 · Bloque C: un check a la vez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Cada JSON = una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blocked_pass_rate.json → S4/S5 · blocked_p95.json → S6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blocked_zap.json / blocked_a11y.json → S7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blocked_mutation.json → S8 · blocked_visual.json → S9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Corré uno por uno y leé failed: ["…"]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Arreglar la métrica, no el umbral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Abrí metrics/blocked_mutation.json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Cambiá 0.80 → 0.96 · guardá · volvé a correr el gate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exit 0 — el release pasa sin tocar THRESHOLDS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Al final: git checkout -- metrics/blocked_mutation.json (lab limpio)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Misma lógica que arreglar tests, perf o visual en un PR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Tres fallos distintos (no es lo mismo)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16b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demos/incomplete.json → CLI: JSON incompleto (no evalúa)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demos/invalid.json → CLI: JSON invalido (sintaxis)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Fixture que miente → pytest AssertionError en rojo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python scripts/demo_force_fail.py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blocked_*.json = métrica bajo umbral (negocio) ≠ basura de entrada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Un comando, todos los escenarios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uv run python scripts/run_all_demos.py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pytest + healthy + cada bloqueo + many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Task: task test:gate:demos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algo falla, el script te dice cuál escenario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Construyeron una puerta de 9 etapas + un juez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Mantenerla es trabajo continuo (umbrales, baselines, flaky)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final: el verde no es una opinión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Certificación 3 — contenido cerrado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